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344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6BFE"/>
                </a:solidFill>
              </a:rPr>
              <a:t>Growfinix Data Analytics Internship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85623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02A43"/>
                </a:solidFill>
              </a:rPr>
              <a:t>Final Submission Package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16B"/>
                </a:solidFill>
              </a:rPr>
              <a:t>Project Development • Learning Progress • Final Presentation • Additional Work • Blog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Priyanshu Raj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16B"/>
                </a:solidFill>
              </a:rPr>
              <a:t>Data Analytics / Data Science Track</a:t>
            </a:r>
            <a:endParaRPr lang="en-US" sz="1300" dirty="0"/>
          </a:p>
        </p:txBody>
      </p:sp>
      <p:pic>
        <p:nvPicPr>
          <p:cNvPr id="9" name="Image 0" descr="/mnt/data/Growfinix-Data-Analytics-Internship-Submission/Task-3-Final-Presentation/deck_assets/analytics_workflow.png">    </p:cNvPr>
          <p:cNvPicPr>
            <a:picLocks noChangeAspect="1"/>
          </p:cNvPicPr>
          <p:nvPr/>
        </p:nvPicPr>
        <p:blipFill>
          <a:blip r:embed="rId1"/>
          <a:srcRect l="0" r="0" t="593" b="593"/>
          <a:stretch/>
        </p:blipFill>
        <p:spPr>
          <a:xfrm>
            <a:off x="5074920" y="3840480"/>
            <a:ext cx="6309360" cy="1143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Internship Objective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Turn raw data into cleaned, analysed and decision-ready outputs.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49640" y="448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16B"/>
                </a:solidFill>
              </a:rPr>
              <a:t>Growfinix Data Analytics Internship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480060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</a:rPr>
              <a:t>Build practical analytics projects with Python, SQL and visualization tools.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</a:rPr>
              <a:t>Document the full learning journey and progress clearly.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</a:rPr>
              <a:t>Create a final presentation that explains implementation and results.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</a:rPr>
              <a:t>Add extra technical work to strengthen the portfolio.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</a:rPr>
              <a:t>Publish a blog explaining the end-to-end analytics lifecycle.</a:t>
            </a:r>
            <a:endParaRPr lang="en-US" sz="1700" dirty="0"/>
          </a:p>
        </p:txBody>
      </p:sp>
      <p:pic>
        <p:nvPicPr>
          <p:cNvPr id="7" name="Image 0" descr="/mnt/data/Growfinix-Data-Analytics-Internship-Submission/Task-3-Final-Presentation/deck_assets/analytics_workflow.png">    </p:cNvPr>
          <p:cNvPicPr>
            <a:picLocks noChangeAspect="1"/>
          </p:cNvPicPr>
          <p:nvPr/>
        </p:nvPicPr>
        <p:blipFill>
          <a:blip r:embed="rId1"/>
          <a:srcRect l="5040" r="5040" t="0" b="0"/>
          <a:stretch/>
        </p:blipFill>
        <p:spPr>
          <a:xfrm>
            <a:off x="6446520" y="1874520"/>
            <a:ext cx="4709160" cy="960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</a:rPr>
              <a:t>Portal Structure Followed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46520" y="379476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01384" y="385876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Task 1: Project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0" y="379476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41664" y="385876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Task 2: Progress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46520" y="4361688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01384" y="442569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Task 3: Presentation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0" y="4361688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41664" y="442569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Task 4: Additional Work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46520" y="4928616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01384" y="49926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Task 5: Blog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Tools used across the internship projects.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49640" y="448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16B"/>
                </a:solidFill>
              </a:rPr>
              <a:t>Growfinix Data Analytics Internship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Data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71800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Python, Pandas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801368"/>
            <a:ext cx="9875520" cy="0"/>
          </a:xfrm>
          <a:prstGeom prst="line">
            <a:avLst/>
          </a:prstGeom>
          <a:noFill/>
          <a:ln w="12700">
            <a:solidFill>
              <a:srgbClr val="D7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39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Visualization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71800" y="20391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Matplotlib, Seaborn, Plotly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514600"/>
            <a:ext cx="9875520" cy="0"/>
          </a:xfrm>
          <a:prstGeom prst="line">
            <a:avLst/>
          </a:prstGeom>
          <a:noFill/>
          <a:ln w="12700">
            <a:solidFill>
              <a:srgbClr val="D7E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523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Dashboard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71800" y="275234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Streamlit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227832"/>
            <a:ext cx="9875520" cy="0"/>
          </a:xfrm>
          <a:prstGeom prst="line">
            <a:avLst/>
          </a:prstGeom>
          <a:noFill/>
          <a:ln w="12700">
            <a:solidFill>
              <a:srgbClr val="D7E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655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Extraction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71800" y="34655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Requests, BeautifulSoup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3941064"/>
            <a:ext cx="9875520" cy="0"/>
          </a:xfrm>
          <a:prstGeom prst="line">
            <a:avLst/>
          </a:prstGeom>
          <a:noFill/>
          <a:ln w="12700">
            <a:solidFill>
              <a:srgbClr val="D7E3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78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Database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71800" y="41788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SQL, SQLite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4654296"/>
            <a:ext cx="9875520" cy="0"/>
          </a:xfrm>
          <a:prstGeom prst="line">
            <a:avLst/>
          </a:prstGeom>
          <a:noFill/>
          <a:ln w="12700">
            <a:solidFill>
              <a:srgbClr val="D7E3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892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Statistics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71800" y="48920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</a:rPr>
              <a:t>SciPy, Statsmodels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5367528"/>
            <a:ext cx="9875520" cy="0"/>
          </a:xfrm>
          <a:prstGeom prst="line">
            <a:avLst/>
          </a:prstGeom>
          <a:noFill/>
          <a:ln w="12700">
            <a:solidFill>
              <a:srgbClr val="D7E3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Analytics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The portfolio connects five skills into one practical process.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49640" y="448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16B"/>
                </a:solidFill>
              </a:rPr>
              <a:t>Growfinix Data Analytics Internship</a:t>
            </a:r>
            <a:endParaRPr lang="en-US" sz="950" dirty="0"/>
          </a:p>
        </p:txBody>
      </p:sp>
      <p:pic>
        <p:nvPicPr>
          <p:cNvPr id="6" name="Image 0" descr="/mnt/data/Growfinix-Data-Analytics-Internship-Submission/Task-3-Final-Presentation/deck_assets/analytics_workflow.png">    </p:cNvPr>
          <p:cNvPicPr>
            <a:picLocks noChangeAspect="1"/>
          </p:cNvPicPr>
          <p:nvPr/>
        </p:nvPicPr>
        <p:blipFill>
          <a:blip r:embed="rId1"/>
          <a:srcRect l="0" r="0" t="14176" b="14176"/>
          <a:stretch/>
        </p:blipFill>
        <p:spPr>
          <a:xfrm>
            <a:off x="749808" y="1481328"/>
            <a:ext cx="10789920" cy="1417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566160"/>
            <a:ext cx="98755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700" dirty="0">
                <a:solidFill>
                  <a:srgbClr val="102A43"/>
                </a:solidFill>
              </a:rPr>
              <a:t>Data is collected from CSV files, HTML listings and SQL databases.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</a:rPr>
              <a:t>Raw records are cleaned, validated and transformed before analysis.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</a:rPr>
              <a:t>Visualizations and dashboards convert analysis into business communication.</a:t>
            </a:r>
            <a:endParaRPr lang="en-US" sz="1700" dirty="0"/>
          </a:p>
          <a:p>
            <a:r>
              <a:rPr lang="en-US" sz="1700" dirty="0">
                <a:solidFill>
                  <a:srgbClr val="102A43"/>
                </a:solidFill>
              </a:rPr>
              <a:t>Statistical tests protect decisions from false conclusions.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1: Real Estate EDA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Cleaning messy property data and finding pricing patterns.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49640" y="448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16B"/>
                </a:solidFill>
              </a:rPr>
              <a:t>Growfinix Data Analytics Internship</a:t>
            </a:r>
            <a:endParaRPr lang="en-US" sz="950" dirty="0"/>
          </a:p>
        </p:txBody>
      </p:sp>
      <p:pic>
        <p:nvPicPr>
          <p:cNvPr id="6" name="Image 0" descr="/mnt/data/Growfinix-Data-Analytics-Internship-Submission/All-Completed-Technical-Projects/01_real_estate_eda/outputs/price_distribution.png">    </p:cNvPr>
          <p:cNvPicPr>
            <a:picLocks noChangeAspect="1"/>
          </p:cNvPicPr>
          <p:nvPr/>
        </p:nvPicPr>
        <p:blipFill>
          <a:blip r:embed="rId1"/>
          <a:srcRect l="0" r="0" t="11652" b="11652"/>
          <a:stretch/>
        </p:blipFill>
        <p:spPr>
          <a:xfrm>
            <a:off x="640080" y="1234440"/>
            <a:ext cx="5257800" cy="2240280"/>
          </a:xfrm>
          <a:prstGeom prst="rect">
            <a:avLst/>
          </a:prstGeom>
        </p:spPr>
      </p:pic>
      <p:pic>
        <p:nvPicPr>
          <p:cNvPr id="7" name="Image 1" descr="/mnt/data/Growfinix-Data-Analytics-Internship-Submission/All-Completed-Technical-Projects/01_real_estate_eda/outputs/price_by_neighborhood.png">    </p:cNvPr>
          <p:cNvPicPr>
            <a:picLocks noChangeAspect="1"/>
          </p:cNvPicPr>
          <p:nvPr/>
        </p:nvPicPr>
        <p:blipFill>
          <a:blip r:embed="rId2"/>
          <a:srcRect l="0" r="0" t="7391" b="7391"/>
          <a:stretch/>
        </p:blipFill>
        <p:spPr>
          <a:xfrm>
            <a:off x="6263640" y="1234440"/>
            <a:ext cx="5257800" cy="22402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977640"/>
            <a:ext cx="1042416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20" dirty="0">
                <a:solidFill>
                  <a:srgbClr val="102A43"/>
                </a:solidFill>
              </a:rPr>
              <a:t>Handled missing values, duplicate rows and inconsistent records.</a:t>
            </a:r>
            <a:endParaRPr lang="en-US" sz="1520" dirty="0"/>
          </a:p>
          <a:p>
            <a:r>
              <a:rPr lang="en-US" sz="1520" dirty="0">
                <a:solidFill>
                  <a:srgbClr val="102A43"/>
                </a:solidFill>
              </a:rPr>
              <a:t>Used IQR logic to flag outliers.</a:t>
            </a:r>
            <a:endParaRPr lang="en-US" sz="1520" dirty="0"/>
          </a:p>
          <a:p>
            <a:r>
              <a:rPr lang="en-US" sz="1520" dirty="0">
                <a:solidFill>
                  <a:srgbClr val="102A43"/>
                </a:solidFill>
              </a:rPr>
              <a:t>Created price per square foot for better comparison.</a:t>
            </a:r>
            <a:endParaRPr lang="en-US" sz="1520" dirty="0"/>
          </a:p>
          <a:p>
            <a:r>
              <a:rPr lang="en-US" sz="1520" dirty="0">
                <a:solidFill>
                  <a:srgbClr val="102A43"/>
                </a:solidFill>
              </a:rPr>
              <a:t>Analysed price distribution by neighbourhood and property size.</a:t>
            </a:r>
            <a:endParaRPr lang="en-US" sz="1520" dirty="0"/>
          </a:p>
        </p:txBody>
      </p:sp>
      <p:sp>
        <p:nvSpPr>
          <p:cNvPr id="9" name="Text 5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2: Automated Data Extraction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Converting listing HTML into a structured CSV dataset.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49640" y="448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16B"/>
                </a:solidFill>
              </a:rPr>
              <a:t>Growfinix Data Analytics Internship</a:t>
            </a:r>
            <a:endParaRPr lang="en-US" sz="950" dirty="0"/>
          </a:p>
        </p:txBody>
      </p:sp>
      <p:pic>
        <p:nvPicPr>
          <p:cNvPr id="6" name="Image 0" descr="/mnt/data/Growfinix-Data-Analytics-Internship-Submission/Task-3-Final-Presentation/deck_assets/scraper_csv_preview.png">    </p:cNvPr>
          <p:cNvPicPr>
            <a:picLocks noChangeAspect="1"/>
          </p:cNvPicPr>
          <p:nvPr/>
        </p:nvPicPr>
        <p:blipFill>
          <a:blip r:embed="rId1"/>
          <a:srcRect l="3810" r="3810" t="0" b="0"/>
          <a:stretch/>
        </p:blipFill>
        <p:spPr>
          <a:xfrm>
            <a:off x="713232" y="1234440"/>
            <a:ext cx="644652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417320"/>
            <a:ext cx="384048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20" dirty="0">
                <a:solidFill>
                  <a:srgbClr val="102A43"/>
                </a:solidFill>
              </a:rPr>
              <a:t>Used BeautifulSoup selectors to parse property title, location, price and size.</a:t>
            </a:r>
            <a:endParaRPr lang="en-US" sz="1520" dirty="0"/>
          </a:p>
          <a:p>
            <a:r>
              <a:rPr lang="en-US" sz="1520" dirty="0">
                <a:solidFill>
                  <a:srgbClr val="102A43"/>
                </a:solidFill>
              </a:rPr>
              <a:t>Converted unstructured listing text into clean Pandas columns.</a:t>
            </a:r>
            <a:endParaRPr lang="en-US" sz="1520" dirty="0"/>
          </a:p>
          <a:p>
            <a:r>
              <a:rPr lang="en-US" sz="1520" dirty="0">
                <a:solidFill>
                  <a:srgbClr val="102A43"/>
                </a:solidFill>
              </a:rPr>
              <a:t>Exported structured CSV output for downstream analytics.</a:t>
            </a:r>
            <a:endParaRPr lang="en-US" sz="1520" dirty="0"/>
          </a:p>
          <a:p>
            <a:r>
              <a:rPr lang="en-US" sz="1520" dirty="0">
                <a:solidFill>
                  <a:srgbClr val="102A43"/>
                </a:solidFill>
              </a:rPr>
              <a:t>Kept scraping logic conservative and did not bypass site restrictions.</a:t>
            </a:r>
            <a:endParaRPr lang="en-US" sz="1520" dirty="0"/>
          </a:p>
        </p:txBody>
      </p:sp>
      <p:sp>
        <p:nvSpPr>
          <p:cNvPr id="8" name="Text 5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3: Tour Enquiry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Interactive business dashboard for enquiry and booking analysis.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49640" y="448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16B"/>
                </a:solidFill>
              </a:rPr>
              <a:t>Growfinix Data Analytics Internship</a:t>
            </a:r>
            <a:endParaRPr lang="en-US" sz="950" dirty="0"/>
          </a:p>
        </p:txBody>
      </p:sp>
      <p:pic>
        <p:nvPicPr>
          <p:cNvPr id="6" name="Image 0" descr="/mnt/data/Growfinix-Data-Analytics-Internship-Submission/Task-1-Project-Development/Tour-Enquiry-Dashboard/screenshots/top_destinations.png">    </p:cNvPr>
          <p:cNvPicPr>
            <a:picLocks noChangeAspect="1"/>
          </p:cNvPicPr>
          <p:nvPr/>
        </p:nvPicPr>
        <p:blipFill>
          <a:blip r:embed="rId1"/>
          <a:srcRect l="6111" r="6111" t="0" b="0"/>
          <a:stretch/>
        </p:blipFill>
        <p:spPr>
          <a:xfrm>
            <a:off x="640080" y="1143000"/>
            <a:ext cx="3611880" cy="2057400"/>
          </a:xfrm>
          <a:prstGeom prst="rect">
            <a:avLst/>
          </a:prstGeom>
        </p:spPr>
      </p:pic>
      <p:pic>
        <p:nvPicPr>
          <p:cNvPr id="7" name="Image 1" descr="/mnt/data/Growfinix-Data-Analytics-Internship-Submission/Task-1-Project-Development/Tour-Enquiry-Dashboard/screenshots/lead_status_distribution.png">    </p:cNvPr>
          <p:cNvPicPr>
            <a:picLocks noChangeAspect="1"/>
          </p:cNvPicPr>
          <p:nvPr/>
        </p:nvPicPr>
        <p:blipFill>
          <a:blip r:embed="rId2"/>
          <a:srcRect l="0" r="0" t="4430" b="4430"/>
          <a:stretch/>
        </p:blipFill>
        <p:spPr>
          <a:xfrm>
            <a:off x="4416552" y="1143000"/>
            <a:ext cx="3611880" cy="2057400"/>
          </a:xfrm>
          <a:prstGeom prst="rect">
            <a:avLst/>
          </a:prstGeom>
        </p:spPr>
      </p:pic>
      <p:pic>
        <p:nvPicPr>
          <p:cNvPr id="8" name="Image 2" descr="/mnt/data/Growfinix-Data-Analytics-Internship-Submission/Task-1-Project-Development/Tour-Enquiry-Dashboard/screenshots/peak_enquiry_hours.png">    </p:cNvPr>
          <p:cNvPicPr>
            <a:picLocks noChangeAspect="1"/>
          </p:cNvPicPr>
          <p:nvPr/>
        </p:nvPicPr>
        <p:blipFill>
          <a:blip r:embed="rId3"/>
          <a:srcRect l="9444" r="9444" t="0" b="0"/>
          <a:stretch/>
        </p:blipFill>
        <p:spPr>
          <a:xfrm>
            <a:off x="8183880" y="1143000"/>
            <a:ext cx="3337560" cy="2057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3703320"/>
            <a:ext cx="1042416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50" dirty="0">
                <a:solidFill>
                  <a:srgbClr val="102A43"/>
                </a:solidFill>
              </a:rPr>
              <a:t>Dashboard KPIs: enquiries, bookings, conversion rate and median budget.</a:t>
            </a:r>
            <a:endParaRPr lang="en-US" sz="1550" dirty="0"/>
          </a:p>
          <a:p>
            <a:r>
              <a:rPr lang="en-US" sz="1550" dirty="0">
                <a:solidFill>
                  <a:srgbClr val="102A43"/>
                </a:solidFill>
              </a:rPr>
              <a:t>Interactive filters help analyse destinations, sources and lead statuses.</a:t>
            </a:r>
            <a:endParaRPr lang="en-US" sz="1550" dirty="0"/>
          </a:p>
          <a:p>
            <a:r>
              <a:rPr lang="en-US" sz="1550" dirty="0">
                <a:solidFill>
                  <a:srgbClr val="102A43"/>
                </a:solidFill>
              </a:rPr>
              <a:t>Business use: plan sales capacity around peak enquiry hours.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4: SQL Database Integration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Extracting analytical datasets from a relational database.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49640" y="448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16B"/>
                </a:solidFill>
              </a:rPr>
              <a:t>Growfinix Data Analytics Internship</a:t>
            </a:r>
            <a:endParaRPr lang="en-US" sz="950" dirty="0"/>
          </a:p>
        </p:txBody>
      </p:sp>
      <p:pic>
        <p:nvPicPr>
          <p:cNvPr id="6" name="Image 0" descr="/mnt/data/Growfinix-Data-Analytics-Internship-Submission/Task-3-Final-Presentation/deck_assets/sql_query_visual.png">    </p:cNvPr>
          <p:cNvPicPr>
            <a:picLocks noChangeAspect="1"/>
          </p:cNvPicPr>
          <p:nvPr/>
        </p:nvPicPr>
        <p:blipFill>
          <a:blip r:embed="rId1"/>
          <a:srcRect l="6359" r="6359" t="0" b="0"/>
          <a:stretch/>
        </p:blipFill>
        <p:spPr>
          <a:xfrm>
            <a:off x="658368" y="1234440"/>
            <a:ext cx="608076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0" y="1463040"/>
            <a:ext cx="411480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50" dirty="0">
                <a:solidFill>
                  <a:srgbClr val="102A43"/>
                </a:solidFill>
              </a:rPr>
              <a:t>Used JOINs to connect users, properties and bookings.</a:t>
            </a:r>
            <a:endParaRPr lang="en-US" sz="1550" dirty="0"/>
          </a:p>
          <a:p>
            <a:r>
              <a:rPr lang="en-US" sz="1550" dirty="0">
                <a:solidFill>
                  <a:srgbClr val="102A43"/>
                </a:solidFill>
              </a:rPr>
              <a:t>Applied GROUP BY, HAVING, CTEs and window functions.</a:t>
            </a:r>
            <a:endParaRPr lang="en-US" sz="1550" dirty="0"/>
          </a:p>
          <a:p>
            <a:r>
              <a:rPr lang="en-US" sz="1550" dirty="0">
                <a:solidFill>
                  <a:srgbClr val="102A43"/>
                </a:solidFill>
              </a:rPr>
              <a:t>Loaded SQL outputs directly into Pandas DataFrames.</a:t>
            </a:r>
            <a:endParaRPr lang="en-US" sz="1550" dirty="0"/>
          </a:p>
          <a:p>
            <a:r>
              <a:rPr lang="en-US" sz="1550" dirty="0">
                <a:solidFill>
                  <a:srgbClr val="102A43"/>
                </a:solidFill>
              </a:rPr>
              <a:t>Generated booking and destination-performance datasets.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5: A/B Testing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Using statistics to avoid unreliable business decisions.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49640" y="448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16B"/>
                </a:solidFill>
              </a:rPr>
              <a:t>Growfinix Data Analytics Internship</a:t>
            </a:r>
            <a:endParaRPr lang="en-US" sz="950" dirty="0"/>
          </a:p>
        </p:txBody>
      </p:sp>
      <p:pic>
        <p:nvPicPr>
          <p:cNvPr id="6" name="Image 0" descr="/mnt/data/Growfinix-Data-Analytics-Internship-Submission/Task-3-Final-Presentation/deck_assets/ab_conversion_rates.png">    </p:cNvPr>
          <p:cNvPicPr>
            <a:picLocks noChangeAspect="1"/>
          </p:cNvPicPr>
          <p:nvPr/>
        </p:nvPicPr>
        <p:blipFill>
          <a:blip r:embed="rId1"/>
          <a:srcRect l="101" r="101" t="0" b="0"/>
          <a:stretch/>
        </p:blipFill>
        <p:spPr>
          <a:xfrm>
            <a:off x="822960" y="1234440"/>
            <a:ext cx="502920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63640" y="1353312"/>
            <a:ext cx="489204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520" dirty="0">
                <a:solidFill>
                  <a:srgbClr val="102A43"/>
                </a:solidFill>
              </a:rPr>
              <a:t>Compared standard table layout against mobile-responsive card layout.</a:t>
            </a:r>
            <a:endParaRPr lang="en-US" sz="1520" dirty="0"/>
          </a:p>
          <a:p>
            <a:r>
              <a:rPr lang="en-US" sz="1520" dirty="0">
                <a:solidFill>
                  <a:srgbClr val="102A43"/>
                </a:solidFill>
              </a:rPr>
              <a:t>Calculated conversion rates, lift, p-value and confidence interval.</a:t>
            </a:r>
            <a:endParaRPr lang="en-US" sz="1520" dirty="0"/>
          </a:p>
          <a:p>
            <a:r>
              <a:rPr lang="en-US" sz="1520" dirty="0">
                <a:solidFill>
                  <a:srgbClr val="102A43"/>
                </a:solidFill>
              </a:rPr>
              <a:t>Result: Variant B was numerically higher, but not statistically significant at alpha = 0.05.</a:t>
            </a:r>
            <a:endParaRPr lang="en-US" sz="1520" dirty="0"/>
          </a:p>
          <a:p>
            <a:r>
              <a:rPr lang="en-US" sz="1520" dirty="0">
                <a:solidFill>
                  <a:srgbClr val="102A43"/>
                </a:solidFill>
              </a:rPr>
              <a:t>Decision: do not ship only because one percentage looks higher.</a:t>
            </a:r>
            <a:endParaRPr lang="en-US" sz="1520" dirty="0"/>
          </a:p>
        </p:txBody>
      </p:sp>
      <p:sp>
        <p:nvSpPr>
          <p:cNvPr id="8" name="Text 5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and Solutions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Important implementation problems solved during the internship.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49640" y="448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16B"/>
                </a:solidFill>
              </a:rPr>
              <a:t>Growfinix Data Analytics Internship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12984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Messy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03320" y="129844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Used Pandas checks for nulls, duplicates, invalid types and outliers.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1396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Unstructured web data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3320" y="213969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Parsed HTML with selectors and cleaned extracted fields before export.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29809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Dashboard usability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29809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Built filters, KPIs and business-focused charts rather than static plots.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38221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Multi-table data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382219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Used SQL joins, CTEs and Pandas integration.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663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</a:rPr>
              <a:t>Experiment decisions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03320" y="46634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02A43"/>
                </a:solidFill>
              </a:rPr>
              <a:t>Used statistical significance instead of simple percentage comparison.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Learning Outcomes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What the internship portfolio demonstrates.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49640" y="448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16B"/>
                </a:solidFill>
              </a:rPr>
              <a:t>Growfinix Data Analytics Internship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5212080" cy="2926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en-US" sz="1650" dirty="0">
                <a:solidFill>
                  <a:srgbClr val="102A43"/>
                </a:solidFill>
              </a:rPr>
              <a:t>Practical understanding of the full data analytics lifecycle.</a:t>
            </a:r>
            <a:endParaRPr lang="en-US" sz="1650" dirty="0"/>
          </a:p>
          <a:p>
            <a:r>
              <a:rPr lang="en-US" sz="1650" dirty="0">
                <a:solidFill>
                  <a:srgbClr val="102A43"/>
                </a:solidFill>
              </a:rPr>
              <a:t>Ability to clean, transform and analyse imperfect datasets.</a:t>
            </a:r>
            <a:endParaRPr lang="en-US" sz="1650" dirty="0"/>
          </a:p>
          <a:p>
            <a:r>
              <a:rPr lang="en-US" sz="1650" dirty="0">
                <a:solidFill>
                  <a:srgbClr val="102A43"/>
                </a:solidFill>
              </a:rPr>
              <a:t>Ability to build interactive dashboards for business users.</a:t>
            </a:r>
            <a:endParaRPr lang="en-US" sz="1650" dirty="0"/>
          </a:p>
          <a:p>
            <a:r>
              <a:rPr lang="en-US" sz="1650" dirty="0">
                <a:solidFill>
                  <a:srgbClr val="102A43"/>
                </a:solidFill>
              </a:rPr>
              <a:t>Ability to use SQL and Python together for analytics workflows.</a:t>
            </a:r>
            <a:endParaRPr lang="en-US" sz="1650" dirty="0"/>
          </a:p>
          <a:p>
            <a:r>
              <a:rPr lang="en-US" sz="1650" dirty="0">
                <a:solidFill>
                  <a:srgbClr val="102A43"/>
                </a:solidFill>
              </a:rPr>
              <a:t>Ability to interpret statistical results before recommending decisions.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537960" y="1444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Final Portfolio Proof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65392" y="210312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0256" y="216712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85632" y="2103120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0496" y="216712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Datasets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65392" y="2670048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0256" y="273405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Outputs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85632" y="2670048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0496" y="273405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Screenshots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3236976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0256" y="330098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Documentation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85632" y="3236976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0496" y="330098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Presentation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5392" y="3803904"/>
            <a:ext cx="1645920" cy="384048"/>
          </a:xfrm>
          <a:prstGeom prst="roundRect">
            <a:avLst>
              <a:gd name="adj" fmla="val 19048"/>
            </a:avLst>
          </a:prstGeom>
          <a:solidFill>
            <a:srgbClr val="EAF3FF"/>
          </a:solidFill>
          <a:ln w="12700">
            <a:solidFill>
              <a:srgbClr val="EAF3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386791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4D"/>
                </a:solidFill>
              </a:rPr>
              <a:t>Blog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Submission 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8229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How the repository maps to the Growfinix portal.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49640" y="4480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616B"/>
                </a:solidFill>
              </a:rPr>
              <a:t>Growfinix Data Analytics Internship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BFE"/>
                </a:solidFill>
              </a:rPr>
              <a:t>Task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20240" y="1234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Project Development &amp; Documentation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46520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616B"/>
                </a:solidFill>
              </a:rPr>
              <a:t>Tour Enquiry Dashboard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9808" y="1746504"/>
            <a:ext cx="10561320" cy="0"/>
          </a:xfrm>
          <a:prstGeom prst="line">
            <a:avLst/>
          </a:prstGeom>
          <a:noFill/>
          <a:ln w="12700">
            <a:solidFill>
              <a:srgbClr val="D7E3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2082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BFE"/>
                </a:solidFill>
              </a:rPr>
              <a:t>Task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20208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Learning Documentation &amp; Progress Tracking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46520" y="20208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616B"/>
                </a:solidFill>
              </a:rPr>
              <a:t>Weekly progress + skills docs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49808" y="2532888"/>
            <a:ext cx="10561320" cy="0"/>
          </a:xfrm>
          <a:prstGeom prst="line">
            <a:avLst/>
          </a:prstGeom>
          <a:noFill/>
          <a:ln w="12700">
            <a:solidFill>
              <a:srgbClr val="D7E3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80720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BFE"/>
                </a:solidFill>
              </a:rPr>
              <a:t>Task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20240" y="28072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Final Presentation &amp; Summary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2807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616B"/>
                </a:solidFill>
              </a:rPr>
              <a:t>PPTX/PDF + summary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49808" y="3319272"/>
            <a:ext cx="10561320" cy="0"/>
          </a:xfrm>
          <a:prstGeom prst="line">
            <a:avLst/>
          </a:prstGeom>
          <a:noFill/>
          <a:ln w="12700">
            <a:solidFill>
              <a:srgbClr val="D7E3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5935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BFE"/>
                </a:solidFill>
              </a:rPr>
              <a:t>Task 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20240" y="35935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Additional Project Work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46520" y="3593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616B"/>
                </a:solidFill>
              </a:rPr>
              <a:t>EDA + SQL projects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9808" y="4105656"/>
            <a:ext cx="10561320" cy="0"/>
          </a:xfrm>
          <a:prstGeom prst="line">
            <a:avLst/>
          </a:prstGeom>
          <a:noFill/>
          <a:ln w="12700">
            <a:solidFill>
              <a:srgbClr val="D7E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37997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6BFE"/>
                </a:solidFill>
              </a:rPr>
              <a:t>Task 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20240" y="43799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Research Paper or Blog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46520" y="43799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2616B"/>
                </a:solidFill>
              </a:rPr>
              <a:t>Analytics journey blog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49808" y="4892040"/>
            <a:ext cx="10561320" cy="0"/>
          </a:xfrm>
          <a:prstGeom prst="line">
            <a:avLst/>
          </a:prstGeom>
          <a:noFill/>
          <a:ln w="12700">
            <a:solidFill>
              <a:srgbClr val="D7E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806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</a:rPr>
              <a:t>Repository name suggestion: Growfinix-Data-Analytics-Internship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311128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Growfinix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Growfinix Data Analytics Internship</dc:title>
  <dc:subject>Growfinix Data Analytics Internship Final Presentation</dc:subject>
  <dc:creator>Priyanshu Raj</dc:creator>
  <cp:lastModifiedBy>Priyanshu Raj</cp:lastModifiedBy>
  <cp:revision>1</cp:revision>
  <dcterms:created xsi:type="dcterms:W3CDTF">2026-08-14T12:19:07Z</dcterms:created>
  <dcterms:modified xsi:type="dcterms:W3CDTF">2026-08-14T12:19:07Z</dcterms:modified>
</cp:coreProperties>
</file>